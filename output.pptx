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Example Using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presentations programmatically.</a:t>
            </a:r>
          </a:p>
          <a:p>
            <a:pPr lvl="1"/>
            <a:r>
              <a:t>Add slides with different layouts.</a:t>
            </a:r>
          </a:p>
          <a:p>
            <a:pPr lvl="1"/>
            <a:r>
              <a:t>Insert text, images, and tables.</a:t>
            </a:r>
          </a:p>
          <a:p>
            <a:pPr/>
            <a:r>
              <a:t>Customize text formatting and object positions.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presentation was generated entirely with Python using the python-pptx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Placeholder Image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image included in this example. To add an image, replace this text box with `slide.shapes.add_picture('your_image.png', left, top)`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4384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Row 1,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3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Row 2,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